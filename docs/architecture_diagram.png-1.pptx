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4D7F3-B190-04C9-66EE-D6CB7FD142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F199B7-C0FE-628A-E99D-1083D61DA6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E569C-AD96-9CCB-730F-5B625ECDA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AB51-38CC-4030-9268-60E371D35EFD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67E93-294C-1D26-E72A-BBA4F5B78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BE36-3530-F8F1-87BC-434D86C7E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3E39-F458-4D6F-9A2D-D6F1659C6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815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CA57D-F4AC-70F5-55BB-93B95EE0C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51334-A681-5423-E417-1197065D5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D4226-40D0-4D55-482F-98EF7859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AB51-38CC-4030-9268-60E371D35EFD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740A9-73C6-D0B6-F4AF-E9146974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33277-17FA-C0D0-41FC-F8BFE862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3E39-F458-4D6F-9A2D-D6F1659C6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204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8A443-1D7C-C82B-D490-64E90E109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20F52-C3D0-3B59-D0A4-421C40843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87003-13ED-384B-C41A-1D98FE4C1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AB51-38CC-4030-9268-60E371D35EFD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008F7-BA94-E718-0EDC-79EF047FC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2B309-BA74-922C-BD55-104ABC55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3E39-F458-4D6F-9A2D-D6F1659C6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760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47984-7D87-F274-2925-45E19888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D2F13-E6D9-C2EB-B947-6F877CF81B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3A19A-DD82-A7A8-51A7-E5037C91D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065F7-A037-50B4-213E-600C2CD94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AB51-38CC-4030-9268-60E371D35EFD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7D232-2E1D-FD36-6DFE-B7B644CA1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95BD3-BD06-3F5B-9677-0818F0EE9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3E39-F458-4D6F-9A2D-D6F1659C6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925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B30EF-641D-A4C2-6991-AC4D96118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18645-FB34-578E-4682-E50FD066B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9CB85A-4FB4-C0B2-2928-27B4A6FBB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43045D-3C9D-1FB3-6341-EA4A403F3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5EDF2F-8550-147C-59F3-01F10C10F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2421E0-6DD6-1B06-A847-DAD5C2937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AB51-38CC-4030-9268-60E371D35EFD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84E6A7-F298-B207-83BB-C0AB1E90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7CFC-846B-41A4-2528-85251A60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3E39-F458-4D6F-9A2D-D6F1659C6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638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F804-68D7-6B00-C010-6D022F619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F99574-3FF3-6BA3-719E-31B26F8FE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AB51-38CC-4030-9268-60E371D35EFD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AB328-A196-68C1-5896-6CFB2C93C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2A4687-C788-3DB4-C97D-E9CB429AB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3E39-F458-4D6F-9A2D-D6F1659C6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751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8681E1-B81F-7479-03BB-E4F39763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AB51-38CC-4030-9268-60E371D35EFD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6750C9-EE29-E271-A226-F6C494808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D0E5F-0A23-50FA-019A-5F00BFE58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3E39-F458-4D6F-9A2D-D6F1659C6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089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0280E-AD5C-0794-593C-0BBB6BEC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A72D6-36BD-22B6-C1C2-47F9F4D85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D52360-6754-1A1A-2A15-47B21EA5B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95833-7C91-4C87-328D-EB4B39CF0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AB51-38CC-4030-9268-60E371D35EFD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57BAB-9D66-3D20-B983-BBD0FE5FB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51315-5886-4806-F987-7E78454DA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3E39-F458-4D6F-9A2D-D6F1659C6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301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64D3-CD2C-E3E0-DA92-7DA89DA00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AE5DF7-7595-AFA4-1D8A-B050912C3A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77669-2639-42D2-4C43-AE23535B7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23ADC-6153-1B2C-746F-D85CB855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AB51-38CC-4030-9268-60E371D35EFD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605FC-4F22-0700-8D2A-0E6CB966C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5AD94-DC99-6F5D-2E30-3A4DD481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3E39-F458-4D6F-9A2D-D6F1659C6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697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B3A95-498E-9195-B671-BC2217E34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B7585-F772-015F-38E7-79B66687A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E306F-C4FE-550C-9FDA-B14F8F668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AB51-38CC-4030-9268-60E371D35EFD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F5A2D-FF26-CA2C-7E04-0605AA44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E5645-0063-5E70-5348-9F735305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3E39-F458-4D6F-9A2D-D6F1659C6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931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1C6CF-873B-BA03-5379-74A6838D2B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72AB3-F1B9-C92C-2F1F-E01BF419D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B3FEC-338F-3AF2-2054-87781289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AB51-38CC-4030-9268-60E371D35EFD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F43F7-0E8F-26D0-8E03-1C851391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221AC-46E4-1FCB-4348-D1ACD64E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C3E39-F458-4D6F-9A2D-D6F1659C6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181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CD10AE-1604-F662-D0BF-AB9D71D8F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CD293-08F3-033B-C1D3-7223DE59F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31B52-7D16-908E-1AD0-3B3515309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1AB51-38CC-4030-9268-60E371D35EFD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33508-6A8E-3863-59DD-EE0B1F8DD3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CE169-AF94-C8BB-EC6F-435F39207A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C3E39-F458-4D6F-9A2D-D6F1659C6A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30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A1386FA-61F9-2CAD-D624-6C14EF42F964}"/>
              </a:ext>
            </a:extLst>
          </p:cNvPr>
          <p:cNvCxnSpPr>
            <a:cxnSpLocks/>
          </p:cNvCxnSpPr>
          <p:nvPr/>
        </p:nvCxnSpPr>
        <p:spPr>
          <a:xfrm>
            <a:off x="2441509" y="1579018"/>
            <a:ext cx="0" cy="277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30D79E0-C3CC-6FC2-5801-4C431019843E}"/>
              </a:ext>
            </a:extLst>
          </p:cNvPr>
          <p:cNvSpPr/>
          <p:nvPr/>
        </p:nvSpPr>
        <p:spPr>
          <a:xfrm>
            <a:off x="1256521" y="1864407"/>
            <a:ext cx="2369976" cy="447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 Analysis</a:t>
            </a:r>
            <a:endParaRPr lang="en-I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E539EA-2A07-4B4A-57D9-4A6FD6C55781}"/>
              </a:ext>
            </a:extLst>
          </p:cNvPr>
          <p:cNvSpPr/>
          <p:nvPr/>
        </p:nvSpPr>
        <p:spPr>
          <a:xfrm>
            <a:off x="1256521" y="1148843"/>
            <a:ext cx="2369976" cy="447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 Entry System</a:t>
            </a:r>
            <a:endParaRPr lang="en-I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E4B654-FC5D-8C6A-E568-3D6B321F54A3}"/>
              </a:ext>
            </a:extLst>
          </p:cNvPr>
          <p:cNvSpPr/>
          <p:nvPr/>
        </p:nvSpPr>
        <p:spPr>
          <a:xfrm>
            <a:off x="1256521" y="2579971"/>
            <a:ext cx="2369976" cy="447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Threat Detection</a:t>
            </a:r>
            <a:endParaRPr lang="en-I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5A4302C-1525-88A5-CCD4-DE282312A63B}"/>
              </a:ext>
            </a:extLst>
          </p:cNvPr>
          <p:cNvCxnSpPr>
            <a:cxnSpLocks/>
          </p:cNvCxnSpPr>
          <p:nvPr/>
        </p:nvCxnSpPr>
        <p:spPr>
          <a:xfrm>
            <a:off x="2441509" y="3037702"/>
            <a:ext cx="0" cy="247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D743C571-E183-DAEE-8C51-820B50870F07}"/>
              </a:ext>
            </a:extLst>
          </p:cNvPr>
          <p:cNvSpPr/>
          <p:nvPr/>
        </p:nvSpPr>
        <p:spPr>
          <a:xfrm>
            <a:off x="1256521" y="3294663"/>
            <a:ext cx="2369976" cy="447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Security </a:t>
            </a:r>
            <a:r>
              <a:rPr lang="en-US" sz="20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Assesment</a:t>
            </a:r>
            <a:endParaRPr lang="en-I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837BFE3-B120-5DF0-6D74-7316CC03C2EB}"/>
              </a:ext>
            </a:extLst>
          </p:cNvPr>
          <p:cNvCxnSpPr>
            <a:cxnSpLocks/>
          </p:cNvCxnSpPr>
          <p:nvPr/>
        </p:nvCxnSpPr>
        <p:spPr>
          <a:xfrm>
            <a:off x="2429066" y="3742533"/>
            <a:ext cx="0" cy="247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2F56A1C-6707-BEF8-3264-8DE8A02C2896}"/>
              </a:ext>
            </a:extLst>
          </p:cNvPr>
          <p:cNvSpPr/>
          <p:nvPr/>
        </p:nvSpPr>
        <p:spPr>
          <a:xfrm>
            <a:off x="1244078" y="3998110"/>
            <a:ext cx="2369976" cy="447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 Recommendation</a:t>
            </a:r>
            <a:endParaRPr lang="en-I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F9DF3F3-B9E7-337A-32B0-7869293DB987}"/>
              </a:ext>
            </a:extLst>
          </p:cNvPr>
          <p:cNvCxnSpPr>
            <a:cxnSpLocks/>
          </p:cNvCxnSpPr>
          <p:nvPr/>
        </p:nvCxnSpPr>
        <p:spPr>
          <a:xfrm>
            <a:off x="2441509" y="2312277"/>
            <a:ext cx="0" cy="247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7EEB0FC-4B82-2AA8-2F33-C260DE4B04DF}"/>
              </a:ext>
            </a:extLst>
          </p:cNvPr>
          <p:cNvCxnSpPr>
            <a:cxnSpLocks/>
          </p:cNvCxnSpPr>
          <p:nvPr/>
        </p:nvCxnSpPr>
        <p:spPr>
          <a:xfrm>
            <a:off x="2441509" y="4381526"/>
            <a:ext cx="0" cy="266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6322B4A-D5A4-3BFD-2FF1-D0D78AB77157}"/>
              </a:ext>
            </a:extLst>
          </p:cNvPr>
          <p:cNvCxnSpPr>
            <a:cxnSpLocks/>
          </p:cNvCxnSpPr>
          <p:nvPr/>
        </p:nvCxnSpPr>
        <p:spPr>
          <a:xfrm>
            <a:off x="2441509" y="5114355"/>
            <a:ext cx="0" cy="266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9A10FA32-5FFE-CB12-EAFC-0D0274CB9E9D}"/>
              </a:ext>
            </a:extLst>
          </p:cNvPr>
          <p:cNvSpPr/>
          <p:nvPr/>
        </p:nvSpPr>
        <p:spPr>
          <a:xfrm>
            <a:off x="1244078" y="5380439"/>
            <a:ext cx="2369976" cy="447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Dashboard Display</a:t>
            </a:r>
            <a:endParaRPr lang="en-I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907433-6642-9693-647B-116F6AEE2B37}"/>
              </a:ext>
            </a:extLst>
          </p:cNvPr>
          <p:cNvSpPr/>
          <p:nvPr/>
        </p:nvSpPr>
        <p:spPr>
          <a:xfrm>
            <a:off x="1244078" y="4666485"/>
            <a:ext cx="2369976" cy="4478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Incident Report</a:t>
            </a:r>
            <a:endParaRPr lang="en-I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5D2D61-0369-F174-2245-5203EED7FD12}"/>
              </a:ext>
            </a:extLst>
          </p:cNvPr>
          <p:cNvSpPr txBox="1"/>
          <p:nvPr/>
        </p:nvSpPr>
        <p:spPr>
          <a:xfrm>
            <a:off x="905070" y="419876"/>
            <a:ext cx="3447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Architecture Diagram </a:t>
            </a:r>
            <a:endParaRPr lang="en-IN" sz="2800" b="1" dirty="0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1209B624-B22F-9418-C803-9D8D3DA4CE28}"/>
              </a:ext>
            </a:extLst>
          </p:cNvPr>
          <p:cNvSpPr/>
          <p:nvPr/>
        </p:nvSpPr>
        <p:spPr>
          <a:xfrm>
            <a:off x="559837" y="569519"/>
            <a:ext cx="345233" cy="2239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471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</cp:revision>
  <dcterms:created xsi:type="dcterms:W3CDTF">2026-06-24T05:28:40Z</dcterms:created>
  <dcterms:modified xsi:type="dcterms:W3CDTF">2026-06-24T06:29:00Z</dcterms:modified>
</cp:coreProperties>
</file>